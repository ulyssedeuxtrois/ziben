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hyperlink" Target="https://ziben.onrender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1097280"/>
            <a:ext cx="4114800" cy="4114800"/>
          </a:xfrm>
          <a:prstGeom prst="ellipse">
            <a:avLst/>
          </a:prstGeom>
          <a:solidFill>
            <a:srgbClr val="FF5A36">
              <a:alpha val="25000"/>
            </a:srgbClr>
          </a:solidFill>
          <a:ln w="12700">
            <a:solidFill>
              <a:srgbClr val="FF5A36">
                <a:alpha val="25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572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🎯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097280"/>
            <a:ext cx="5486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Ziben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548640" y="2103120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i="1" dirty="0">
                <a:solidFill>
                  <a:srgbClr val="FFA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soir, tu fais quoi ?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48640" y="2926080"/>
            <a:ext cx="6858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L'app qui regroupe tous les bons plans de ta ville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un seul endroit — et les pousse à toi.</a:t>
            </a:r>
            <a:endParaRPr lang="en-US" sz="1500" dirty="0"/>
          </a:p>
        </p:txBody>
      </p:sp>
      <p:sp>
        <p:nvSpPr>
          <p:cNvPr id="7" name="Text 5">
            <a:hlinkClick r:id="rId1" tooltip=""/>
          </p:cNvPr>
          <p:cNvSpPr/>
          <p:nvPr/>
        </p:nvSpPr>
        <p:spPr>
          <a:xfrm>
            <a:off x="548640" y="41148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u="sng" dirty="0">
                <a:solidFill>
                  <a:srgbClr val="FF5A36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ziben.onrender.com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051560"/>
            <a:ext cx="457200" cy="36576"/>
          </a:xfrm>
          <a:prstGeom prst="rect">
            <a:avLst/>
          </a:prstGeom>
          <a:solidFill>
            <a:srgbClr val="FF5A36"/>
          </a:solidFill>
          <a:ln w="12700">
            <a:solidFill>
              <a:srgbClr val="FF5A3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problème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118872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Trouver un event à Nice, c'est une galère.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📱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143000" y="1737360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Infos éparpillées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2331720"/>
            <a:ext cx="2606040" cy="1371600"/>
          </a:xfrm>
          <a:prstGeom prst="roundRect">
            <a:avLst>
              <a:gd name="adj" fmla="val 8000"/>
            </a:avLst>
          </a:prstGeom>
          <a:solidFill>
            <a:srgbClr val="FFF0EC"/>
          </a:solidFill>
          <a:ln w="12700">
            <a:solidFill>
              <a:srgbClr val="F3E8E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2441448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85800" y="2834640"/>
            <a:ext cx="2331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Facebook, Instagram, sites de salles,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affiches dans la rue… rien de centralisé.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3337560" y="16916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🔔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3931920" y="1737360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Zéro notification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3337560" y="2331720"/>
            <a:ext cx="2606040" cy="1371600"/>
          </a:xfrm>
          <a:prstGeom prst="roundRect">
            <a:avLst>
              <a:gd name="adj" fmla="val 8000"/>
            </a:avLst>
          </a:prstGeom>
          <a:solidFill>
            <a:srgbClr val="FFF0EC"/>
          </a:solidFill>
          <a:ln w="12700">
            <a:solidFill>
              <a:srgbClr val="F3E8E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74720" y="2441448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474720" y="2834640"/>
            <a:ext cx="2331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 rates des events qui t'auraient plu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parce que personne te le dit.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6126480" y="16916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🗺️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6720840" y="1737360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de vue globale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126480" y="2331720"/>
            <a:ext cx="2606040" cy="1371600"/>
          </a:xfrm>
          <a:prstGeom prst="roundRect">
            <a:avLst>
              <a:gd name="adj" fmla="val 8000"/>
            </a:avLst>
          </a:prstGeom>
          <a:solidFill>
            <a:srgbClr val="FFF0EC"/>
          </a:solidFill>
          <a:ln w="12700">
            <a:solidFill>
              <a:srgbClr val="F3E8E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63640" y="2441448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263640" y="2834640"/>
            <a:ext cx="2331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Impossible de voir en un coup d'œil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qui se passe près de chez toi ce soir.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548640" y="393192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Résultat : des events qui font salle vide. Des gens qui s'ennuient chez eux. Une ville qui perd en vivacité.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051560"/>
            <a:ext cx="457200" cy="36576"/>
          </a:xfrm>
          <a:prstGeom prst="rect">
            <a:avLst/>
          </a:prstGeom>
          <a:solidFill>
            <a:srgbClr val="FF5A36"/>
          </a:solidFill>
          <a:ln w="12700">
            <a:solidFill>
              <a:srgbClr val="FF5A3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solution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118872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agrégateur d'events local, pensé mobile-first.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3931920" cy="1325880"/>
          </a:xfrm>
          <a:prstGeom prst="roundRect">
            <a:avLst>
              <a:gd name="adj" fmla="val 8276"/>
            </a:avLst>
          </a:prstGeom>
          <a:solidFill>
            <a:srgbClr val="FFF8F6"/>
          </a:solidFill>
          <a:ln w="12700">
            <a:solidFill>
              <a:srgbClr val="F3E8E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847088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🗓️  Explorer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85800" y="224028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Tous les events de ta ville triés par date, catégorie, prix. Gratuit, payant, ce soir, ce week-end.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754880" y="1737360"/>
            <a:ext cx="3931920" cy="1325880"/>
          </a:xfrm>
          <a:prstGeom prst="roundRect">
            <a:avLst>
              <a:gd name="adj" fmla="val 8276"/>
            </a:avLst>
          </a:prstGeom>
          <a:solidFill>
            <a:srgbClr val="FFF8F6"/>
          </a:solidFill>
          <a:ln w="12700">
            <a:solidFill>
              <a:srgbClr val="F3E8E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92040" y="1847088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🗺️  Carte interactive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892040" y="224028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Vois en un coup d'œil ce qui se passe autour de toi avec les pins sur la carte.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48640" y="3200400"/>
            <a:ext cx="3931920" cy="1325880"/>
          </a:xfrm>
          <a:prstGeom prst="roundRect">
            <a:avLst>
              <a:gd name="adj" fmla="val 8276"/>
            </a:avLst>
          </a:prstGeom>
          <a:solidFill>
            <a:srgbClr val="FFF8F6"/>
          </a:solidFill>
          <a:ln w="12700">
            <a:solidFill>
              <a:srgbClr val="F3E8E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3310128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🔔  Alertes push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85800" y="370332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Notifications web dès qu'un nouvel event est approuvé. Sans télécharger une app.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754880" y="3200400"/>
            <a:ext cx="3931920" cy="1325880"/>
          </a:xfrm>
          <a:prstGeom prst="roundRect">
            <a:avLst>
              <a:gd name="adj" fmla="val 8276"/>
            </a:avLst>
          </a:prstGeom>
          <a:solidFill>
            <a:srgbClr val="FFF8F6"/>
          </a:solidFill>
          <a:ln w="12700">
            <a:solidFill>
              <a:srgbClr val="F3E8E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92040" y="3310128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📲  PWA installable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892040" y="370332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S'installe sur l'écran d'accueil comme une app native. Fonctionne offline.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051560"/>
            <a:ext cx="457200" cy="36576"/>
          </a:xfrm>
          <a:prstGeom prst="rect">
            <a:avLst/>
          </a:prstGeom>
          <a:solidFill>
            <a:srgbClr val="FF5A36"/>
          </a:solidFill>
          <a:ln w="12700">
            <a:solidFill>
              <a:srgbClr val="FF5A3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 ça marche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1143000" y="1325880"/>
            <a:ext cx="502920" cy="502920"/>
          </a:xfrm>
          <a:prstGeom prst="ellipse">
            <a:avLst/>
          </a:prstGeom>
          <a:solidFill>
            <a:srgbClr val="FF5A36"/>
          </a:solidFill>
          <a:ln w="12700">
            <a:solidFill>
              <a:srgbClr val="FF5A3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43000" y="13258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2331720" y="1463040"/>
            <a:ext cx="320040" cy="228600"/>
          </a:xfrm>
          <a:prstGeom prst="rightArrow">
            <a:avLst/>
          </a:prstGeom>
          <a:solidFill>
            <a:srgbClr val="DDDDDD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965960"/>
            <a:ext cx="1920240" cy="16459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F3E8E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2075688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organisateur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soumet un event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02920" y="2468880"/>
            <a:ext cx="16459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 le formulaire /submit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 son espace organisateur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337560" y="1325880"/>
            <a:ext cx="502920" cy="502920"/>
          </a:xfrm>
          <a:prstGeom prst="ellipse">
            <a:avLst/>
          </a:prstGeom>
          <a:solidFill>
            <a:srgbClr val="FF5A36"/>
          </a:solidFill>
          <a:ln w="12700">
            <a:solidFill>
              <a:srgbClr val="FF5A3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37560" y="13258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526280" y="1463040"/>
            <a:ext cx="320040" cy="228600"/>
          </a:xfrm>
          <a:prstGeom prst="rightArrow">
            <a:avLst/>
          </a:prstGeom>
          <a:solidFill>
            <a:srgbClr val="DDDDDD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560320" y="1965960"/>
            <a:ext cx="1920240" cy="16459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F3E8E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97480" y="2075688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L'admin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valide en 1 clic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697480" y="2468880"/>
            <a:ext cx="16459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Modération rapide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 le panel admin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532120" y="1325880"/>
            <a:ext cx="502920" cy="502920"/>
          </a:xfrm>
          <a:prstGeom prst="ellipse">
            <a:avLst/>
          </a:prstGeom>
          <a:solidFill>
            <a:srgbClr val="FF5A36"/>
          </a:solidFill>
          <a:ln w="12700">
            <a:solidFill>
              <a:srgbClr val="FF5A3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532120" y="13258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720840" y="1463040"/>
            <a:ext cx="320040" cy="228600"/>
          </a:xfrm>
          <a:prstGeom prst="rightArrow">
            <a:avLst/>
          </a:prstGeom>
          <a:solidFill>
            <a:srgbClr val="DDDDDD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754880" y="1965960"/>
            <a:ext cx="1920240" cy="16459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F3E8E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92040" y="2075688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L'event est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publié + pushé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892040" y="2468880"/>
            <a:ext cx="16459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 envoyée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tous les abonnés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7726680" y="1325880"/>
            <a:ext cx="502920" cy="502920"/>
          </a:xfrm>
          <a:prstGeom prst="ellipse">
            <a:avLst/>
          </a:prstGeom>
          <a:solidFill>
            <a:srgbClr val="FF5A36"/>
          </a:solidFill>
          <a:ln w="12700">
            <a:solidFill>
              <a:srgbClr val="FF5A3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726680" y="13258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949440" y="1965960"/>
            <a:ext cx="1920240" cy="16459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F3E8E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086600" y="2075688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utilisateurs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explorent &amp; RSVP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7086600" y="2468880"/>
            <a:ext cx="16459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Filtres, carte,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favoris, partage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051560"/>
            <a:ext cx="457200" cy="36576"/>
          </a:xfrm>
          <a:prstGeom prst="rect">
            <a:avLst/>
          </a:prstGeom>
          <a:solidFill>
            <a:srgbClr val="FF5A36"/>
          </a:solidFill>
          <a:ln w="12700">
            <a:solidFill>
              <a:srgbClr val="FF5A3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Marché cible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118872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commence local. On scale en France.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1188720" y="1737360"/>
            <a:ext cx="6400800" cy="713232"/>
          </a:xfrm>
          <a:prstGeom prst="roundRect">
            <a:avLst>
              <a:gd name="adj" fmla="val 15385"/>
            </a:avLst>
          </a:prstGeom>
          <a:solidFill>
            <a:srgbClr val="FF5A36"/>
          </a:solidFill>
          <a:ln w="12700">
            <a:solidFill>
              <a:srgbClr val="FF5A3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71600" y="178308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Nice (Côte d'Azur)  ·  350 000 hab.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371600" y="210312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E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live aujourd'hui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394960" y="1901952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350 000 hab.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1874520" y="2697480"/>
            <a:ext cx="5029200" cy="713232"/>
          </a:xfrm>
          <a:prstGeom prst="roundRect">
            <a:avLst>
              <a:gd name="adj" fmla="val 15385"/>
            </a:avLst>
          </a:prstGeom>
          <a:solidFill>
            <a:srgbClr val="FF8C6E"/>
          </a:solidFill>
          <a:ln w="12700">
            <a:solidFill>
              <a:srgbClr val="FF8C6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057400" y="27432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PACA  ·  5 millions hab.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057400" y="30632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E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— Q3 2025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709160" y="2862072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millions hab.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2560320" y="3657600"/>
            <a:ext cx="3657600" cy="713232"/>
          </a:xfrm>
          <a:prstGeom prst="roundRect">
            <a:avLst>
              <a:gd name="adj" fmla="val 15385"/>
            </a:avLst>
          </a:prstGeom>
          <a:solidFill>
            <a:srgbClr val="FFB8A0"/>
          </a:solidFill>
          <a:ln w="12700">
            <a:solidFill>
              <a:srgbClr val="FFB8A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43200" y="370332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France entière  ·  67 millions hab.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743200" y="40233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E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023360" y="3822192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67 millions hab.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48640" y="466344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 duplicable : une ville = un instance. La même stack, 0 refonte.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Model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051560"/>
            <a:ext cx="457200" cy="36576"/>
          </a:xfrm>
          <a:prstGeom prst="rect">
            <a:avLst/>
          </a:prstGeom>
          <a:solidFill>
            <a:srgbClr val="FF5A36"/>
          </a:solidFill>
          <a:ln w="12700">
            <a:solidFill>
              <a:srgbClr val="FF5A3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463040"/>
            <a:ext cx="3840480" cy="1554480"/>
          </a:xfrm>
          <a:prstGeom prst="roundRect">
            <a:avLst>
              <a:gd name="adj" fmla="val 7059"/>
            </a:avLst>
          </a:prstGeom>
          <a:solidFill>
            <a:srgbClr val="2A2A3E"/>
          </a:solidFill>
          <a:ln w="12700">
            <a:solidFill>
              <a:srgbClr val="3A3A5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5544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🎁  Freemium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017520" y="1554480"/>
            <a:ext cx="1234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5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Gratuit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85800" y="1965960"/>
            <a:ext cx="3566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Soumettre 1 event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 toujours gratuit.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maximise la base de contenu.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54880" y="1463040"/>
            <a:ext cx="3840480" cy="1554480"/>
          </a:xfrm>
          <a:prstGeom prst="roundRect">
            <a:avLst>
              <a:gd name="adj" fmla="val 7059"/>
            </a:avLst>
          </a:prstGeom>
          <a:solidFill>
            <a:srgbClr val="2A2A3E"/>
          </a:solidFill>
          <a:ln w="12700">
            <a:solidFill>
              <a:srgbClr val="3A3A5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92040" y="15544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 Mise en avant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223760" y="1554480"/>
            <a:ext cx="1234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5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5–20 €/event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892040" y="1965960"/>
            <a:ext cx="3566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Passer en tête de liste,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badge 'Coup de cœur',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 dédiée.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3154680"/>
            <a:ext cx="3840480" cy="1554480"/>
          </a:xfrm>
          <a:prstGeom prst="roundRect">
            <a:avLst>
              <a:gd name="adj" fmla="val 7059"/>
            </a:avLst>
          </a:prstGeom>
          <a:solidFill>
            <a:srgbClr val="2A2A3E"/>
          </a:solidFill>
          <a:ln w="12700">
            <a:solidFill>
              <a:srgbClr val="3A3A5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32461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 Abonnement Orga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017520" y="3246120"/>
            <a:ext cx="1234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5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29–79 €/mois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85800" y="3657600"/>
            <a:ext cx="3566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analytics,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events illimités,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automatiques.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54880" y="3154680"/>
            <a:ext cx="3840480" cy="1554480"/>
          </a:xfrm>
          <a:prstGeom prst="roundRect">
            <a:avLst>
              <a:gd name="adj" fmla="val 7059"/>
            </a:avLst>
          </a:prstGeom>
          <a:solidFill>
            <a:srgbClr val="2A2A3E"/>
          </a:solidFill>
          <a:ln w="12700">
            <a:solidFill>
              <a:srgbClr val="3A3A5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92040" y="32461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🤝  Partenariats locaux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223760" y="3246120"/>
            <a:ext cx="1234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5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 devis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892040" y="3657600"/>
            <a:ext cx="3566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Bannières géolocalisées,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sponsoring de catégorie,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 visibilité annuel.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051560"/>
            <a:ext cx="457200" cy="36576"/>
          </a:xfrm>
          <a:prstGeom prst="rect">
            <a:avLst/>
          </a:prstGeom>
          <a:solidFill>
            <a:srgbClr val="FF5A36"/>
          </a:solidFill>
          <a:ln w="12700">
            <a:solidFill>
              <a:srgbClr val="FF5A3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Traction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118872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live — construit en quelques semaines.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600200"/>
            <a:ext cx="1965960" cy="1371600"/>
          </a:xfrm>
          <a:prstGeom prst="roundRect">
            <a:avLst>
              <a:gd name="adj" fmla="val 8000"/>
            </a:avLst>
          </a:prstGeom>
          <a:solidFill>
            <a:srgbClr val="FFF0EC"/>
          </a:solidFill>
          <a:ln w="12700">
            <a:solidFill>
              <a:srgbClr val="FFD0C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691640"/>
            <a:ext cx="1965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5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457200" y="2377440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Events actifs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 Nice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606040" y="1600200"/>
            <a:ext cx="1965960" cy="1371600"/>
          </a:xfrm>
          <a:prstGeom prst="roundRect">
            <a:avLst>
              <a:gd name="adj" fmla="val 8000"/>
            </a:avLst>
          </a:prstGeom>
          <a:solidFill>
            <a:srgbClr val="FFF0EC"/>
          </a:solidFill>
          <a:ln w="12700">
            <a:solidFill>
              <a:srgbClr val="FFD0C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606040" y="1691640"/>
            <a:ext cx="1965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5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2606040" y="2377440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Comptes utilisateurs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actifs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54880" y="1600200"/>
            <a:ext cx="1965960" cy="1371600"/>
          </a:xfrm>
          <a:prstGeom prst="roundRect">
            <a:avLst>
              <a:gd name="adj" fmla="val 8000"/>
            </a:avLst>
          </a:prstGeom>
          <a:solidFill>
            <a:srgbClr val="FFF0EC"/>
          </a:solidFill>
          <a:ln w="12700">
            <a:solidFill>
              <a:srgbClr val="FFD0C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0" y="1691640"/>
            <a:ext cx="1965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5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PWA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4754880" y="2377440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Installable sur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iOS &amp; Android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903720" y="1600200"/>
            <a:ext cx="1965960" cy="1371600"/>
          </a:xfrm>
          <a:prstGeom prst="roundRect">
            <a:avLst>
              <a:gd name="adj" fmla="val 8000"/>
            </a:avLst>
          </a:prstGeom>
          <a:solidFill>
            <a:srgbClr val="FFF0EC"/>
          </a:solidFill>
          <a:ln w="12700">
            <a:solidFill>
              <a:srgbClr val="FFD0C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903720" y="1691640"/>
            <a:ext cx="1965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5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3400" dirty="0"/>
          </a:p>
        </p:txBody>
      </p:sp>
      <p:sp>
        <p:nvSpPr>
          <p:cNvPr id="16" name="Text 14"/>
          <p:cNvSpPr/>
          <p:nvPr/>
        </p:nvSpPr>
        <p:spPr>
          <a:xfrm>
            <a:off x="6903720" y="2377440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Pages indexées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(sitemap live)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48640" y="31546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Ce qui est live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48640" y="361188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Explore, Carte, /submit, RSVP, Favoris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548640" y="386791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Panel admin (approbation, gestion users)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548640" y="4123944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Push notifications web (VAPID)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548640" y="4379976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SEO : sitemap, robots, Open Graph, JSON-LD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548640" y="463600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PWA installable (manifest, service worker)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548640" y="489204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App Android TWA signée (APK prêt)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754880" y="31546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🚧 Prochaines étapes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754880" y="361188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Domaine ziben.fr + HTTPS custom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4754880" y="386791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Scraping events réels Nice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4754880" y="4123944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Onboarding premiers organisateurs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4754880" y="4379976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Dashboard analytics organisateur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4754880" y="463600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Système de paiement (Stripe)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4754880" y="489204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Expansion PACA (Marseille, Toulon…)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051560"/>
            <a:ext cx="457200" cy="36576"/>
          </a:xfrm>
          <a:prstGeom prst="rect">
            <a:avLst/>
          </a:prstGeom>
          <a:solidFill>
            <a:srgbClr val="FF5A36"/>
          </a:solidFill>
          <a:ln w="12700">
            <a:solidFill>
              <a:srgbClr val="FF5A3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technique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118872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Moderne, scalable, low-cost.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600200"/>
            <a:ext cx="393192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F3E8E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6916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5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94360" y="2057400"/>
            <a:ext cx="3566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Next.js 14 (App Router)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594360" y="2295144"/>
            <a:ext cx="3566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TypeScript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94360" y="2532888"/>
            <a:ext cx="3566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Tailwind CSS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94360" y="2770632"/>
            <a:ext cx="3566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PWA / Service Worker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709160" y="1600200"/>
            <a:ext cx="393192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F3E8E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46320" y="16916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5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/ API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846320" y="2057400"/>
            <a:ext cx="3566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Next.js API Routes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4846320" y="2295144"/>
            <a:ext cx="3566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Prisma ORM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846320" y="2532888"/>
            <a:ext cx="3566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PostgreSQL (Neon)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846320" y="2770632"/>
            <a:ext cx="3566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JWT / cookies httpOnly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57200" y="3200400"/>
            <a:ext cx="393192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F3E8E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4360" y="32918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5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94360" y="3657600"/>
            <a:ext cx="3566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Render.com (déploiement auto)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594360" y="3895344"/>
            <a:ext cx="3566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Neon (DB serverless)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594360" y="4133088"/>
            <a:ext cx="3566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VAPID push notifications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594360" y="4370832"/>
            <a:ext cx="3566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GitHub CI/CD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4709160" y="3200400"/>
            <a:ext cx="393192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F3E8E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46320" y="32918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5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846320" y="3657600"/>
            <a:ext cx="3566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TWA (Trusted Web Activity)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4846320" y="3895344"/>
            <a:ext cx="3566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APK Android signé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4846320" y="4133088"/>
            <a:ext cx="3566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Manifest PWA iOS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051560"/>
            <a:ext cx="457200" cy="36576"/>
          </a:xfrm>
          <a:prstGeom prst="rect">
            <a:avLst/>
          </a:prstGeom>
          <a:solidFill>
            <a:srgbClr val="FF5A36"/>
          </a:solidFill>
          <a:ln w="12700">
            <a:solidFill>
              <a:srgbClr val="FF5A3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Équipe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118872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seul fondateur full-stack pour l'instant — et c'est volontaire.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566160" y="1463040"/>
            <a:ext cx="1645920" cy="1645920"/>
          </a:xfrm>
          <a:prstGeom prst="ellipse">
            <a:avLst/>
          </a:prstGeom>
          <a:solidFill>
            <a:srgbClr val="FFF0EC"/>
          </a:solidFill>
          <a:ln w="25400">
            <a:solidFill>
              <a:srgbClr val="FF5A3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566160" y="1554480"/>
            <a:ext cx="16459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000000"/>
                </a:solidFill>
              </a:rPr>
              <a:t>🧑‍💻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1828800" y="3291840"/>
            <a:ext cx="5120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Ulysse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828800" y="384048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Fondateur &amp; Développeur full-stack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1097280" y="4389120"/>
            <a:ext cx="1737360" cy="502920"/>
          </a:xfrm>
          <a:prstGeom prst="roundRect">
            <a:avLst>
              <a:gd name="adj" fmla="val 27273"/>
            </a:avLst>
          </a:prstGeom>
          <a:solidFill>
            <a:srgbClr val="FFF0EC"/>
          </a:solidFill>
          <a:ln w="12700">
            <a:solidFill>
              <a:srgbClr val="FF5A3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88720" y="443484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5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/ React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017520" y="4389120"/>
            <a:ext cx="1737360" cy="502920"/>
          </a:xfrm>
          <a:prstGeom prst="roundRect">
            <a:avLst>
              <a:gd name="adj" fmla="val 27273"/>
            </a:avLst>
          </a:prstGeom>
          <a:solidFill>
            <a:srgbClr val="FFF0EC"/>
          </a:solidFill>
          <a:ln w="12700">
            <a:solidFill>
              <a:srgbClr val="FF5A3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108960" y="443484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5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/ Prisma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937760" y="4389120"/>
            <a:ext cx="1737360" cy="502920"/>
          </a:xfrm>
          <a:prstGeom prst="roundRect">
            <a:avLst>
              <a:gd name="adj" fmla="val 27273"/>
            </a:avLst>
          </a:prstGeom>
          <a:solidFill>
            <a:srgbClr val="FFF0EC"/>
          </a:solidFill>
          <a:ln w="12700">
            <a:solidFill>
              <a:srgbClr val="FF5A3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0" y="443484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5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Design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858000" y="4389120"/>
            <a:ext cx="1737360" cy="502920"/>
          </a:xfrm>
          <a:prstGeom prst="roundRect">
            <a:avLst>
              <a:gd name="adj" fmla="val 27273"/>
            </a:avLst>
          </a:prstGeom>
          <a:solidFill>
            <a:srgbClr val="FFF0EC"/>
          </a:solidFill>
          <a:ln w="12700">
            <a:solidFill>
              <a:srgbClr val="FF5A3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949440" y="443484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5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DevOps / Déploiement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48640" y="502920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Recherche : co-fondateur growth/business, premier investisseur, partenaires locaux.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2743200"/>
            <a:ext cx="4572000" cy="4572000"/>
          </a:xfrm>
          <a:prstGeom prst="ellipse">
            <a:avLst/>
          </a:prstGeom>
          <a:solidFill>
            <a:srgbClr val="FF5A36">
              <a:alpha val="20000"/>
            </a:srgbClr>
          </a:solidFill>
          <a:ln w="12700">
            <a:solidFill>
              <a:srgbClr val="FF5A36">
                <a:alpha val="2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-1371600"/>
            <a:ext cx="3657600" cy="3657600"/>
          </a:xfrm>
          <a:prstGeom prst="ellipse">
            <a:avLst/>
          </a:prstGeom>
          <a:solidFill>
            <a:srgbClr val="FF8C6E">
              <a:alpha val="20000"/>
            </a:srgbClr>
          </a:solidFill>
          <a:ln w="12700">
            <a:solidFill>
              <a:srgbClr val="FF8C6E">
                <a:alpha val="2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457200"/>
            <a:ext cx="80467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construit la référence</a:t>
            </a:r>
            <a:endParaRPr lang="en-US" sz="3400" dirty="0"/>
          </a:p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events locaux en France.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48640" y="219456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FFA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 veux être dans l'aventure ?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1005840" y="2926080"/>
            <a:ext cx="2286000" cy="1280160"/>
          </a:xfrm>
          <a:prstGeom prst="roundRect">
            <a:avLst>
              <a:gd name="adj" fmla="val 8571"/>
            </a:avLst>
          </a:prstGeom>
          <a:solidFill>
            <a:srgbClr val="2A2A3E"/>
          </a:solidFill>
          <a:ln w="12700">
            <a:solidFill>
              <a:srgbClr val="3A3A5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301752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💼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005840" y="347472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Investisseur / BA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05840" y="37947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 round ouvert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611880" y="2926080"/>
            <a:ext cx="2286000" cy="1280160"/>
          </a:xfrm>
          <a:prstGeom prst="roundRect">
            <a:avLst>
              <a:gd name="adj" fmla="val 8571"/>
            </a:avLst>
          </a:prstGeom>
          <a:solidFill>
            <a:srgbClr val="2A2A3E"/>
          </a:solidFill>
          <a:ln w="12700">
            <a:solidFill>
              <a:srgbClr val="3A3A5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11880" y="301752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🤝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611880" y="347472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Partenaire local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611880" y="37947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Co-branding Nice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217920" y="2926080"/>
            <a:ext cx="2286000" cy="1280160"/>
          </a:xfrm>
          <a:prstGeom prst="roundRect">
            <a:avLst>
              <a:gd name="adj" fmla="val 8571"/>
            </a:avLst>
          </a:prstGeom>
          <a:solidFill>
            <a:srgbClr val="2A2A3E"/>
          </a:solidFill>
          <a:ln w="12700">
            <a:solidFill>
              <a:srgbClr val="3A3A5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17920" y="301752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🎪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217920" y="347472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Organisateur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217920" y="37947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 d'attente ouverte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48640" y="44348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5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ziben.onrender.com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572000" y="44348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FF5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✉️  contact@ziben.fr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2026-03-30T10:55:36Z</dcterms:created>
  <dcterms:modified xsi:type="dcterms:W3CDTF">2026-03-30T10:55:36Z</dcterms:modified>
</cp:coreProperties>
</file>